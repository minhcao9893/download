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C_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00816" y="11887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6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8179"/>
                </a:solidFill>
              </a:rPr>
              <a:t>MU presentation  |  Corporate style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486400" y="6547104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4ADA6"/>
                </a:solidFill>
              </a:rPr>
              <a:t>Internal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0378440" y="6547104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6E645A"/>
                </a:solidFill>
              </a:rPr>
              <a:t>Intersnack Group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7534656" cy="3886200"/>
          </a:xfrm>
          <a:prstGeom prst="roundRect">
            <a:avLst>
              <a:gd name="adj" fmla="val 1882"/>
            </a:avLst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9792" y="960120"/>
            <a:ext cx="4709160" cy="3886200"/>
          </a:xfrm>
          <a:prstGeom prst="rect">
            <a:avLst/>
          </a:prstGeom>
          <a:solidFill>
            <a:srgbClr val="E9E6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44200" y="3474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45A"/>
                </a:solidFill>
              </a:rPr>
              <a:t>ICC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503152" y="310896"/>
            <a:ext cx="201168" cy="201168"/>
          </a:xfrm>
          <a:prstGeom prst="rect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470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CORPORATE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3504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</a:rPr>
              <a:t>Dummy subtitle / Business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" y="37033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Month 20XX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179"/>
                </a:solidFill>
              </a:rPr>
              <a:t>Reconstructed style template • Dummy content only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149840" y="6473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E645A"/>
                </a:solidFill>
              </a:rPr>
              <a:t>Intersnack Group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30352" y="1170432"/>
            <a:ext cx="11045952" cy="3886200"/>
          </a:xfrm>
          <a:prstGeom prst="roundRect">
            <a:avLst>
              <a:gd name="adj" fmla="val 1882"/>
            </a:avLst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FFE2D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" y="233172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&amp; priorities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 clean divider for major chapters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3913632"/>
            <a:ext cx="19202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E645A"/>
                </a:solidFill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2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527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45A"/>
                </a:solidFill>
              </a:rPr>
              <a:t>Use one clear message per panel. Keep supporting text short and decision-oriented.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55264" cy="2606040"/>
          </a:xfrm>
          <a:prstGeom prst="roundRect">
            <a:avLst>
              <a:gd name="adj" fmla="val 1754"/>
            </a:avLst>
          </a:prstGeom>
          <a:solidFill>
            <a:srgbClr val="E52B20"/>
          </a:solidFill>
          <a:ln w="10160">
            <a:solidFill>
              <a:srgbClr val="E52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Focus area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633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Dummy insight describing the business implication in two concise lines.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255264" cy="2606040"/>
          </a:xfrm>
          <a:prstGeom prst="roundRect">
            <a:avLst>
              <a:gd name="adj" fmla="val 1754"/>
            </a:avLst>
          </a:prstGeom>
          <a:solidFill>
            <a:srgbClr val="FAF9F8"/>
          </a:solidFill>
          <a:ln w="10160">
            <a:solidFill>
              <a:srgbClr val="D7D2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52B20"/>
                </a:solidFill>
              </a:rPr>
              <a:t>02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44568" y="2761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2C29"/>
                </a:solidFill>
              </a:rPr>
              <a:t>Key movement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3246120"/>
            <a:ext cx="2633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Dummy insight describing the business implication in two concise lines.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255264" cy="2606040"/>
          </a:xfrm>
          <a:prstGeom prst="roundRect">
            <a:avLst>
              <a:gd name="adj" fmla="val 1754"/>
            </a:avLst>
          </a:prstGeom>
          <a:solidFill>
            <a:srgbClr val="FAF9F8"/>
          </a:solidFill>
          <a:ln w="10160">
            <a:solidFill>
              <a:srgbClr val="D7D2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52B20"/>
                </a:solidFill>
              </a:rPr>
              <a:t>03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311896" y="2761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2C29"/>
                </a:solidFill>
              </a:rPr>
              <a:t>Next decision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11896" y="3246120"/>
            <a:ext cx="2633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Dummy insight describing the business implication in two concise lines.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02352"/>
            <a:ext cx="11018520" cy="1133856"/>
          </a:xfrm>
          <a:prstGeom prst="roundRect">
            <a:avLst>
              <a:gd name="adj" fmla="val 4839"/>
            </a:avLst>
          </a:prstGeom>
          <a:solidFill>
            <a:srgbClr val="F2F1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28523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E52B20"/>
                </a:solidFill>
              </a:rPr>
              <a:t>COMMENTS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49808" y="555955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Replace dummy copy with the three messages leadership should remember.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E645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2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527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45A"/>
                </a:solidFill>
              </a:rPr>
              <a:t>Actuals, outlook and plan shown in a restrained management-review format.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64792"/>
          <a:ext cx="11000230" cy="241401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9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9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ACT. 20XX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FC 20XX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 +1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 +2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 +3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 volume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Productivity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84.2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87.0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90.1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93.0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96.5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Quality index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Material loss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intensity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02C2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1764792"/>
            <a:ext cx="11000232" cy="402336"/>
          </a:xfrm>
          <a:prstGeom prst="rect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92808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VALUE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840480" y="1892808"/>
            <a:ext cx="141366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ACT. 20XX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00446" y="1892808"/>
            <a:ext cx="141366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FC 20XX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60413" y="1892808"/>
            <a:ext cx="141366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PLAN +1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20379" y="1892808"/>
            <a:ext cx="141366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PLAN +2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080346" y="1892808"/>
            <a:ext cx="141366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PLAN +3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8640" y="5102352"/>
            <a:ext cx="11018520" cy="1133856"/>
          </a:xfrm>
          <a:prstGeom prst="roundRect">
            <a:avLst>
              <a:gd name="adj" fmla="val 4839"/>
            </a:avLst>
          </a:prstGeom>
          <a:solidFill>
            <a:srgbClr val="F2F1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528523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E52B20"/>
                </a:solidFill>
              </a:rPr>
              <a:t>COMMENTS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49808" y="555955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Headline: performance is broadly on track; attention remains on the two highlighted measures.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E645A"/>
                </a:solidFill>
              </a:rPr>
              <a:t>TREND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2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Productivity development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527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45A"/>
                </a:solidFill>
              </a:rPr>
              <a:t>A primary chart with a compact target statement.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46504"/>
            <a:ext cx="7498080" cy="3218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2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4645152"/>
            <a:ext cx="6720840" cy="10973"/>
          </a:xfrm>
          <a:prstGeom prst="rect">
            <a:avLst/>
          </a:prstGeom>
          <a:solidFill>
            <a:srgbClr val="E2DE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581144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645A"/>
                </a:solidFill>
              </a:rPr>
              <a:t>70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24128" y="3858768"/>
            <a:ext cx="6720840" cy="10973"/>
          </a:xfrm>
          <a:prstGeom prst="rect">
            <a:avLst/>
          </a:prstGeom>
          <a:solidFill>
            <a:srgbClr val="E2DE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794760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645A"/>
                </a:solidFill>
              </a:rPr>
              <a:t>80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24128" y="3072384"/>
            <a:ext cx="6720840" cy="10973"/>
          </a:xfrm>
          <a:prstGeom prst="rect">
            <a:avLst/>
          </a:prstGeom>
          <a:solidFill>
            <a:srgbClr val="E2DE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0837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645A"/>
                </a:solidFill>
              </a:rPr>
              <a:t>90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24128" y="2286000"/>
            <a:ext cx="6720840" cy="10973"/>
          </a:xfrm>
          <a:prstGeom prst="rect">
            <a:avLst/>
          </a:prstGeom>
          <a:solidFill>
            <a:srgbClr val="E2DE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2199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645A"/>
                </a:solidFill>
              </a:rPr>
              <a:t>100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79576" y="4433011"/>
            <a:ext cx="109728" cy="109728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548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45A"/>
                </a:solidFill>
              </a:rPr>
              <a:t>20A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68296" y="4118458"/>
            <a:ext cx="109728" cy="109728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47548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45A"/>
                </a:solidFill>
              </a:rPr>
              <a:t>20B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57016" y="3882542"/>
            <a:ext cx="109728" cy="109728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7548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45A"/>
                </a:solidFill>
              </a:rPr>
              <a:t>20C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45736" y="3489350"/>
            <a:ext cx="109728" cy="109728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7548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45A"/>
                </a:solidFill>
              </a:rPr>
              <a:t>20D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34456" y="3096158"/>
            <a:ext cx="109728" cy="109728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7548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45A"/>
                </a:solidFill>
              </a:rPr>
              <a:t>20E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23176" y="2702966"/>
            <a:ext cx="109728" cy="109728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7548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45A"/>
                </a:solidFill>
              </a:rPr>
              <a:t>20F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 flipV="1">
            <a:off x="1234440" y="4173321"/>
            <a:ext cx="1188720" cy="314554"/>
          </a:xfrm>
          <a:prstGeom prst="line">
            <a:avLst/>
          </a:prstGeom>
          <a:noFill/>
          <a:ln w="31750">
            <a:solidFill>
              <a:srgbClr val="E52B2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2423160" y="3937407"/>
            <a:ext cx="1188720" cy="235915"/>
          </a:xfrm>
          <a:prstGeom prst="line">
            <a:avLst/>
          </a:prstGeom>
          <a:noFill/>
          <a:ln w="31750">
            <a:solidFill>
              <a:srgbClr val="E52B20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flipV="1">
            <a:off x="3611880" y="3544214"/>
            <a:ext cx="1188720" cy="393192"/>
          </a:xfrm>
          <a:prstGeom prst="line">
            <a:avLst/>
          </a:prstGeom>
          <a:noFill/>
          <a:ln w="31750">
            <a:solidFill>
              <a:srgbClr val="E52B20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flipV="1">
            <a:off x="4800600" y="3151022"/>
            <a:ext cx="1188720" cy="393192"/>
          </a:xfrm>
          <a:prstGeom prst="line">
            <a:avLst/>
          </a:prstGeom>
          <a:noFill/>
          <a:ln w="31750">
            <a:solidFill>
              <a:srgbClr val="E52B2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 flipV="1">
            <a:off x="5989320" y="2757830"/>
            <a:ext cx="1188720" cy="393192"/>
          </a:xfrm>
          <a:prstGeom prst="line">
            <a:avLst/>
          </a:prstGeom>
          <a:noFill/>
          <a:ln w="31750">
            <a:solidFill>
              <a:srgbClr val="E52B20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577072" y="1755648"/>
            <a:ext cx="2834640" cy="3200400"/>
          </a:xfrm>
          <a:prstGeom prst="roundRect">
            <a:avLst>
              <a:gd name="adj" fmla="val 1613"/>
            </a:avLst>
          </a:prstGeom>
          <a:solidFill>
            <a:srgbClr val="F2F1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7968" y="2048256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2103120"/>
            <a:ext cx="11247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TARGET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887968" y="26060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2B20"/>
                </a:solidFill>
              </a:rPr>
              <a:t>+3%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8887968" y="3310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02C29"/>
                </a:solidFill>
              </a:rPr>
              <a:t>Year-on-year improvement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87968" y="390448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E645A"/>
                </a:solidFill>
              </a:rPr>
              <a:t>Dummy supporting statement for the target and associated action.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102352"/>
            <a:ext cx="11018520" cy="1133856"/>
          </a:xfrm>
          <a:prstGeom prst="roundRect">
            <a:avLst>
              <a:gd name="adj" fmla="val 4839"/>
            </a:avLst>
          </a:prstGeom>
          <a:solidFill>
            <a:srgbClr val="F2F1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28523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E52B20"/>
                </a:solidFill>
              </a:rPr>
              <a:t>COMMENTS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49808" y="555955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Keep the chart simple: one series, direct message and no decorative clutter.</a:t>
            </a:r>
            <a:endParaRPr lang="en-US" sz="11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E645A"/>
                </a:solidFill>
              </a:rPr>
              <a:t>PORTFOLIO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2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projects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527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45A"/>
                </a:solidFill>
              </a:rPr>
              <a:t>Show only initiatives requiring leadership visibility or support.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10972800" cy="457200"/>
          </a:xfrm>
          <a:prstGeom prst="rect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01952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PROJECT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4251960" y="1901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SCOPE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5623560" y="19019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LOCATION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7571232" y="1901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THEME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9006840" y="190195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STATUS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10259568" y="19019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TIMING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566928" y="2212848"/>
            <a:ext cx="109728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7D2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1401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02C29"/>
                </a:solidFill>
              </a:rPr>
              <a:t>Project Alpha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51960" y="24140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E2E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23560" y="2414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Site 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71232" y="24140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Cost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06840" y="241401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52B20"/>
                </a:solidFill>
              </a:rPr>
              <a:t>IN PROGRESS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259568" y="241401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Q1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816352"/>
            <a:ext cx="10972800" cy="603504"/>
          </a:xfrm>
          <a:prstGeom prst="rect">
            <a:avLst/>
          </a:prstGeom>
          <a:solidFill>
            <a:srgbClr val="FAF9F8"/>
          </a:solidFill>
          <a:ln w="7620">
            <a:solidFill>
              <a:srgbClr val="D7D2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0175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02C29"/>
                </a:solidFill>
              </a:rPr>
              <a:t>Project Beta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51960" y="30175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Plant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23560" y="3017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Site 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71232" y="30175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Energy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06840" y="3017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2A33A"/>
                </a:solidFill>
              </a:rPr>
              <a:t>PLAN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259568" y="301752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Q2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419856"/>
            <a:ext cx="1097280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7D2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62102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02C29"/>
                </a:solidFill>
              </a:rPr>
              <a:t>Project Gamma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51960" y="36210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SC&amp;L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23560" y="36210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MU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71232" y="36210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Service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06840" y="3621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61"/>
                </a:solidFill>
              </a:rPr>
              <a:t>DONE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259568" y="362102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Q3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10972800" cy="603504"/>
          </a:xfrm>
          <a:prstGeom prst="rect">
            <a:avLst/>
          </a:prstGeom>
          <a:solidFill>
            <a:srgbClr val="FAF9F8"/>
          </a:solidFill>
          <a:ln w="7620">
            <a:solidFill>
              <a:srgbClr val="D7D2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22452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02C29"/>
                </a:solidFill>
              </a:rPr>
              <a:t>Project Delta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51960" y="4224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E2E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23560" y="42245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Site 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71232" y="4224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People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006840" y="4224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52B20"/>
                </a:solidFill>
              </a:rPr>
              <a:t>IDEA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259568" y="42245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02C29"/>
                </a:solidFill>
              </a:rPr>
              <a:t>Q4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102352"/>
            <a:ext cx="11018520" cy="1133856"/>
          </a:xfrm>
          <a:prstGeom prst="roundRect">
            <a:avLst>
              <a:gd name="adj" fmla="val 4839"/>
            </a:avLst>
          </a:prstGeom>
          <a:solidFill>
            <a:srgbClr val="F2F1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528523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E52B20"/>
                </a:solidFill>
              </a:rPr>
              <a:t>COMMENTS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" y="555955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Escalate dependencies, quantify value and identify the required decision.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E645A"/>
                </a:solidFill>
              </a:rPr>
              <a:t>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52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527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45A"/>
                </a:solidFill>
              </a:rPr>
              <a:t>Two-column layout for strategies, measures and accountabilities.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330952" cy="3127248"/>
          </a:xfrm>
          <a:prstGeom prst="roundRect">
            <a:avLst>
              <a:gd name="adj" fmla="val 1462"/>
            </a:avLst>
          </a:prstGeom>
          <a:solidFill>
            <a:srgbClr val="F2F1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755648"/>
            <a:ext cx="5330952" cy="3127248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0160">
            <a:solidFill>
              <a:srgbClr val="D7D2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29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52B20"/>
                </a:solidFill>
              </a:rPr>
              <a:t>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02C29"/>
                </a:solidFill>
              </a:rPr>
              <a:t>What we will change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" y="2971800"/>
            <a:ext cx="100584" cy="100584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898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Simplify the operating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9536" y="3474720"/>
            <a:ext cx="100584" cy="100584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401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Focus resources on priority losses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9536" y="3977640"/>
            <a:ext cx="100584" cy="100584"/>
          </a:xfrm>
          <a:prstGeom prst="ellipse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9044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Standardize routines and ownership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0528" y="2029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52B20"/>
                </a:solidFill>
              </a:rPr>
              <a:t>MEASURES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10528" y="2395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02C29"/>
                </a:solidFill>
              </a:rPr>
              <a:t>How progress is governed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28816" y="3026664"/>
            <a:ext cx="164592" cy="22860"/>
          </a:xfrm>
          <a:prstGeom prst="rect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2898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Weekly metric review with owners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28816" y="3529584"/>
            <a:ext cx="164592" cy="22860"/>
          </a:xfrm>
          <a:prstGeom prst="rect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3401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Monthly value confirmation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28816" y="4032504"/>
            <a:ext cx="164592" cy="22860"/>
          </a:xfrm>
          <a:prstGeom prst="rect">
            <a:avLst/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39044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Quarterly portfolio reset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11018520" cy="1133856"/>
          </a:xfrm>
          <a:prstGeom prst="roundRect">
            <a:avLst>
              <a:gd name="adj" fmla="val 4839"/>
            </a:avLst>
          </a:prstGeom>
          <a:solidFill>
            <a:srgbClr val="F2F1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28523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E52B20"/>
                </a:solidFill>
              </a:rPr>
              <a:t>COMMENTS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49808" y="555955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45A"/>
                </a:solidFill>
              </a:rPr>
              <a:t>Use parallel wording so readers can scan strategy and governance side by side.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804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i="1" dirty="0">
                <a:solidFill>
                  <a:srgbClr val="E52B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Proud to share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7512" y="1444752"/>
            <a:ext cx="10789920" cy="10973"/>
          </a:xfrm>
          <a:prstGeom prst="rect">
            <a:avLst/>
          </a:prstGeom>
          <a:solidFill>
            <a:srgbClr val="D7D2CD"/>
          </a:solidFill>
          <a:ln w="12700">
            <a:solidFill>
              <a:srgbClr val="D7D2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920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02C29"/>
                </a:solidFill>
              </a:rPr>
              <a:t>A concise success story worth sharing across the organization.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645A"/>
                </a:solidFill>
              </a:rPr>
              <a:t>Use this page for one achievement, the business impact and the team contribution. Keep it factual and visual.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82128" y="1901952"/>
            <a:ext cx="3246120" cy="2377440"/>
          </a:xfrm>
          <a:prstGeom prst="roundRect">
            <a:avLst>
              <a:gd name="adj" fmla="val 1923"/>
            </a:avLst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233172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ONE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BIG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NUMBER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366760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Add context beneath the number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30352" y="1170432"/>
            <a:ext cx="11045952" cy="3886200"/>
          </a:xfrm>
          <a:prstGeom prst="roundRect">
            <a:avLst>
              <a:gd name="adj" fmla="val 1882"/>
            </a:avLst>
          </a:prstGeom>
          <a:solidFill>
            <a:srgbClr val="E52B20"/>
          </a:solidFill>
          <a:ln w="12700">
            <a:solidFill>
              <a:srgbClr val="E52B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242316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097280" y="32735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Supporting detail and reference pages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Intersnack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ICC Corporate Style Template</dc:title>
  <dc:subject>Reconstructed corporate presentation style with dummy content</dc:subject>
  <dc:creator>MINH Cao Nhut</dc:creator>
  <cp:lastModifiedBy>MINH Cao Nhut</cp:lastModifiedBy>
  <cp:revision>2</cp:revision>
  <dcterms:created xsi:type="dcterms:W3CDTF">2026-10-30T03:52:27Z</dcterms:created>
  <dcterms:modified xsi:type="dcterms:W3CDTF">2026-10-30T09:16:57Z</dcterms:modified>
</cp:coreProperties>
</file>